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803ea7b7d04702" /><Relationship Type="http://schemas.openxmlformats.org/officeDocument/2006/relationships/extended-properties" Target="/docProps/app.xml" Id="Rd99a384d130f4f2a" /><Relationship Type="http://schemas.openxmlformats.org/officeDocument/2006/relationships/officeDocument" Target="/ppt/presentation.xml" Id="Rec3d291107dd45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e212f2e2e74539"/>
  </p:sldMasterIdLst>
  <p:notesMasterIdLst>
    <p:notesMasterId xmlns:r="http://schemas.openxmlformats.org/officeDocument/2006/relationships" r:id="R79c6ecbef81c43f5"/>
  </p:notesMasterIdLst>
  <p:sldIdLst>
    <p:sldId xmlns:r="http://schemas.openxmlformats.org/officeDocument/2006/relationships" id="256" r:id="R9f917c8e89be415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e212f2e2e74539" /><Relationship Type="http://schemas.openxmlformats.org/officeDocument/2006/relationships/theme" Target="/ppt/theme/theme1.xml" Id="Rf05b0e8be2e644a2" /><Relationship Type="http://schemas.openxmlformats.org/officeDocument/2006/relationships/notesMaster" Target="/ppt/notesMasters/notesMaster1.xml" Id="R79c6ecbef81c43f5" /><Relationship Type="http://schemas.openxmlformats.org/officeDocument/2006/relationships/presProps" Target="/ppt/presProps.xml" Id="Rc9c16630f90d45d9" /><Relationship Type="http://schemas.openxmlformats.org/officeDocument/2006/relationships/viewProps" Target="/ppt/viewProps.xml" Id="R6a322365701e44aa" /><Relationship Type="http://schemas.openxmlformats.org/officeDocument/2006/relationships/tableStyles" Target="/ppt/tableStyles.xml" Id="Red30de9f471943fc" /><Relationship Type="http://schemas.openxmlformats.org/officeDocument/2006/relationships/slide" Target="/ppt/slides/slide1.xml" Id="R9f917c8e89be41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c52789cad934f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2785a3c74f4e78" /><Relationship Type="http://schemas.openxmlformats.org/officeDocument/2006/relationships/notesMaster" Target="/ppt/notesMasters/notesMaster1.xml" Id="Re1251ffaacb144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2dbff50d5407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e2fa2e7da9c4aeb" /><Relationship Type="http://schemas.openxmlformats.org/officeDocument/2006/relationships/slideLayout" Target="/ppt/slideLayouts/slideLayout2.xml" Id="R931fd097b25b44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1fd097b25b44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c553ed8dee4132" /><Relationship Type="http://schemas.openxmlformats.org/officeDocument/2006/relationships/notesSlide" Target="/ppt/notesSlides/notesSlide1.xml" Id="R1fe86feca67f4d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lue-corner">
            <a:extLst xmlns:a="http://schemas.openxmlformats.org/drawingml/2006/main">
              <a:ext uri="{FF2B5EF4-FFF2-40B4-BE49-F238E27FC236}">
                <a16:creationId xmlns:a16="http://schemas.microsoft.com/office/drawing/2014/main" id="{C0CD340E-4CAB-4139-8705-8BE4CC2E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57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2" name="frame-业务场景层">
            <a:extLst xmlns:a="http://schemas.openxmlformats.org/drawingml/2006/main">
              <a:ext uri="{FF2B5EF4-FFF2-40B4-BE49-F238E27FC236}">
                <a16:creationId xmlns:a16="http://schemas.microsoft.com/office/drawing/2014/main" id="{C1CEF835-9C66-4539-8BAD-4BCF0FC3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3400"/>
            <a:ext cx="12344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A"/>
          </a:solidFill>
          <a:ln xmlns:a="http://schemas.openxmlformats.org/drawingml/2006/main" w="19050">
            <a:solidFill>
              <a:srgbClr val="0A58DB"/>
            </a:solidFill>
            <a:prstDash val="solid"/>
          </a:ln>
        </p:spPr>
      </p:sp>
      <p:sp>
        <p:nvSpPr>
          <p:cNvPr id="3" name="title-业务场景层">
            <a:extLst xmlns:a="http://schemas.openxmlformats.org/drawingml/2006/main">
              <a:ext uri="{FF2B5EF4-FFF2-40B4-BE49-F238E27FC236}">
                <a16:creationId xmlns:a16="http://schemas.microsoft.com/office/drawing/2014/main" id="{68D51F2E-CC35-4D16-A9A6-48997073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09600"/>
            <a:ext cx="1232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58DB"/>
                </a:solidFill>
              </a:defRPr>
            </a:pPr>
            <a:r>
              <a:rPr sz="1875" b="1">
                <a:solidFill>
                  <a:srgbClr val="0A58DB"/>
                </a:solidFill>
              </a:rPr>
              <a:t>业务场景层</a:t>
            </a:r>
          </a:p>
        </p:txBody>
      </p:sp>
      <p:sp>
        <p:nvSpPr>
          <p:cNvPr id="4" name="module-场景1">
            <a:extLst xmlns:a="http://schemas.openxmlformats.org/drawingml/2006/main">
              <a:ext uri="{FF2B5EF4-FFF2-40B4-BE49-F238E27FC236}">
                <a16:creationId xmlns:a16="http://schemas.microsoft.com/office/drawing/2014/main" id="{40E4F4C5-83E5-4D64-9B09-195CC6E9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9535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5" name="module-场景1-text">
            <a:extLst xmlns:a="http://schemas.openxmlformats.org/drawingml/2006/main">
              <a:ext uri="{FF2B5EF4-FFF2-40B4-BE49-F238E27FC236}">
                <a16:creationId xmlns:a16="http://schemas.microsoft.com/office/drawing/2014/main" id="{FC90F12F-4111-44E0-B671-AC04A80A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52500"/>
            <a:ext cx="240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场景1</a:t>
            </a:r>
          </a:p>
        </p:txBody>
      </p:sp>
      <p:sp>
        <p:nvSpPr>
          <p:cNvPr id="6" name="module-场景2">
            <a:extLst xmlns:a="http://schemas.openxmlformats.org/drawingml/2006/main">
              <a:ext uri="{FF2B5EF4-FFF2-40B4-BE49-F238E27FC236}">
                <a16:creationId xmlns:a16="http://schemas.microsoft.com/office/drawing/2014/main" id="{EE1A6754-60DF-4B0C-9700-99C028F0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89535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7" name="module-场景2-text">
            <a:extLst xmlns:a="http://schemas.openxmlformats.org/drawingml/2006/main">
              <a:ext uri="{FF2B5EF4-FFF2-40B4-BE49-F238E27FC236}">
                <a16:creationId xmlns:a16="http://schemas.microsoft.com/office/drawing/2014/main" id="{87D75512-B054-435E-9F8F-8137910E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0"/>
            <a:ext cx="240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场景2</a:t>
            </a:r>
          </a:p>
        </p:txBody>
      </p:sp>
      <p:sp>
        <p:nvSpPr>
          <p:cNvPr id="8" name="module-...">
            <a:extLst xmlns:a="http://schemas.openxmlformats.org/drawingml/2006/main">
              <a:ext uri="{FF2B5EF4-FFF2-40B4-BE49-F238E27FC236}">
                <a16:creationId xmlns:a16="http://schemas.microsoft.com/office/drawing/2014/main" id="{C52B72E7-1504-444A-81F9-82B5DADB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89535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9" name="module-...-text">
            <a:extLst xmlns:a="http://schemas.openxmlformats.org/drawingml/2006/main">
              <a:ext uri="{FF2B5EF4-FFF2-40B4-BE49-F238E27FC236}">
                <a16:creationId xmlns:a16="http://schemas.microsoft.com/office/drawing/2014/main" id="{7F747CB6-4751-4D7E-8767-D638903B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9525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...</a:t>
            </a:r>
          </a:p>
        </p:txBody>
      </p:sp>
      <p:sp>
        <p:nvSpPr>
          <p:cNvPr id="10" name="module-场景n">
            <a:extLst xmlns:a="http://schemas.openxmlformats.org/drawingml/2006/main">
              <a:ext uri="{FF2B5EF4-FFF2-40B4-BE49-F238E27FC236}">
                <a16:creationId xmlns:a16="http://schemas.microsoft.com/office/drawing/2014/main" id="{E74E2541-0F6E-4E1A-8552-1D5EB87B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89535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11" name="module-场景n-text">
            <a:extLst xmlns:a="http://schemas.openxmlformats.org/drawingml/2006/main">
              <a:ext uri="{FF2B5EF4-FFF2-40B4-BE49-F238E27FC236}">
                <a16:creationId xmlns:a16="http://schemas.microsoft.com/office/drawing/2014/main" id="{8C64CEC9-71AA-49D2-9968-81C1C3F6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952500"/>
            <a:ext cx="240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场景n</a:t>
            </a:r>
          </a:p>
        </p:txBody>
      </p:sp>
      <p:sp>
        <p:nvSpPr>
          <p:cNvPr id="12" name="arrow-business-app">
            <a:extLst xmlns:a="http://schemas.openxmlformats.org/drawingml/2006/main">
              <a:ext uri="{FF2B5EF4-FFF2-40B4-BE49-F238E27FC236}">
                <a16:creationId xmlns:a16="http://schemas.microsoft.com/office/drawing/2014/main" id="{06A0F32B-00BE-4E95-B703-D16E7EAB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35255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58DB"/>
                </a:solidFill>
              </a:defRPr>
            </a:pPr>
            <a:r>
              <a:rPr sz="1650" b="1">
                <a:solidFill>
                  <a:srgbClr val="0A58DB"/>
                </a:solidFill>
              </a:rPr>
              <a:t>↓</a:t>
            </a:r>
          </a:p>
        </p:txBody>
      </p:sp>
      <p:sp>
        <p:nvSpPr>
          <p:cNvPr id="13" name="frame-AI应用与交互层">
            <a:extLst xmlns:a="http://schemas.openxmlformats.org/drawingml/2006/main">
              <a:ext uri="{FF2B5EF4-FFF2-40B4-BE49-F238E27FC236}">
                <a16:creationId xmlns:a16="http://schemas.microsoft.com/office/drawing/2014/main" id="{B1C084BC-D77F-466F-977C-B09E8F61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00200"/>
            <a:ext cx="1234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A"/>
          </a:solidFill>
          <a:ln xmlns:a="http://schemas.openxmlformats.org/drawingml/2006/main" w="19050">
            <a:solidFill>
              <a:srgbClr val="0A58DB"/>
            </a:solidFill>
            <a:prstDash val="solid"/>
          </a:ln>
        </p:spPr>
      </p:sp>
      <p:sp>
        <p:nvSpPr>
          <p:cNvPr id="14" name="title-AI应用与交互层">
            <a:extLst xmlns:a="http://schemas.openxmlformats.org/drawingml/2006/main">
              <a:ext uri="{FF2B5EF4-FFF2-40B4-BE49-F238E27FC236}">
                <a16:creationId xmlns:a16="http://schemas.microsoft.com/office/drawing/2014/main" id="{BD24FE57-3051-496F-8ED1-7A2784EE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1232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58DB"/>
                </a:solidFill>
              </a:defRPr>
            </a:pPr>
            <a:r>
              <a:rPr sz="1875" b="1">
                <a:solidFill>
                  <a:srgbClr val="0A58DB"/>
                </a:solidFill>
              </a:rPr>
              <a:t>AI应用与交互层</a:t>
            </a:r>
          </a:p>
        </p:txBody>
      </p:sp>
      <p:sp>
        <p:nvSpPr>
          <p:cNvPr id="15" name="module-数字人">
            <a:extLst xmlns:a="http://schemas.openxmlformats.org/drawingml/2006/main">
              <a:ext uri="{FF2B5EF4-FFF2-40B4-BE49-F238E27FC236}">
                <a16:creationId xmlns:a16="http://schemas.microsoft.com/office/drawing/2014/main" id="{99945CBC-5B86-434F-94DF-A1C80DD2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9072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16" name="module-数字人-text">
            <a:extLst xmlns:a="http://schemas.openxmlformats.org/drawingml/2006/main">
              <a:ext uri="{FF2B5EF4-FFF2-40B4-BE49-F238E27FC236}">
                <a16:creationId xmlns:a16="http://schemas.microsoft.com/office/drawing/2014/main" id="{B6F51FD9-B633-49C9-ACFD-43D1587A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38350"/>
            <a:ext cx="129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数字人</a:t>
            </a:r>
          </a:p>
        </p:txBody>
      </p:sp>
      <p:sp>
        <p:nvSpPr>
          <p:cNvPr id="17" name="module-Copilot">
            <a:extLst xmlns:a="http://schemas.openxmlformats.org/drawingml/2006/main">
              <a:ext uri="{FF2B5EF4-FFF2-40B4-BE49-F238E27FC236}">
                <a16:creationId xmlns:a16="http://schemas.microsoft.com/office/drawing/2014/main" id="{2C6C38F9-F6DE-4DC8-BC13-54262820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9072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18" name="module-Copilot-text">
            <a:extLst xmlns:a="http://schemas.openxmlformats.org/drawingml/2006/main">
              <a:ext uri="{FF2B5EF4-FFF2-40B4-BE49-F238E27FC236}">
                <a16:creationId xmlns:a16="http://schemas.microsoft.com/office/drawing/2014/main" id="{B4E407A9-9B9B-450A-A3E8-898711B4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38350"/>
            <a:ext cx="129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Copilot</a:t>
            </a:r>
          </a:p>
        </p:txBody>
      </p:sp>
      <p:sp>
        <p:nvSpPr>
          <p:cNvPr id="19" name="module-业务助手">
            <a:extLst xmlns:a="http://schemas.openxmlformats.org/drawingml/2006/main">
              <a:ext uri="{FF2B5EF4-FFF2-40B4-BE49-F238E27FC236}">
                <a16:creationId xmlns:a16="http://schemas.microsoft.com/office/drawing/2014/main" id="{169D3AD3-C052-43B1-96A6-2BEDAEE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90725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20" name="module-业务助手-text">
            <a:extLst xmlns:a="http://schemas.openxmlformats.org/drawingml/2006/main">
              <a:ext uri="{FF2B5EF4-FFF2-40B4-BE49-F238E27FC236}">
                <a16:creationId xmlns:a16="http://schemas.microsoft.com/office/drawing/2014/main" id="{E6E60542-0615-43E9-9E2E-DD3D6D44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129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业务助手</a:t>
            </a:r>
          </a:p>
        </p:txBody>
      </p:sp>
      <p:sp>
        <p:nvSpPr>
          <p:cNvPr id="21" name="module-API Agent">
            <a:extLst xmlns:a="http://schemas.openxmlformats.org/drawingml/2006/main">
              <a:ext uri="{FF2B5EF4-FFF2-40B4-BE49-F238E27FC236}">
                <a16:creationId xmlns:a16="http://schemas.microsoft.com/office/drawing/2014/main" id="{024C7313-C63A-4C87-851D-CF17395C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90725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22" name="module-API Agent-text">
            <a:extLst xmlns:a="http://schemas.openxmlformats.org/drawingml/2006/main">
              <a:ext uri="{FF2B5EF4-FFF2-40B4-BE49-F238E27FC236}">
                <a16:creationId xmlns:a16="http://schemas.microsoft.com/office/drawing/2014/main" id="{1F262482-24C3-411B-A33F-22AE137E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38350"/>
            <a:ext cx="148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API Agent</a:t>
            </a:r>
          </a:p>
        </p:txBody>
      </p:sp>
      <p:sp>
        <p:nvSpPr>
          <p:cNvPr id="23" name="module-自动化工作流">
            <a:extLst xmlns:a="http://schemas.openxmlformats.org/drawingml/2006/main">
              <a:ext uri="{FF2B5EF4-FFF2-40B4-BE49-F238E27FC236}">
                <a16:creationId xmlns:a16="http://schemas.microsoft.com/office/drawing/2014/main" id="{E16D14AD-B20A-467C-B7B6-5D7E8845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90725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24" name="module-自动化工作流-text">
            <a:extLst xmlns:a="http://schemas.openxmlformats.org/drawingml/2006/main">
              <a:ext uri="{FF2B5EF4-FFF2-40B4-BE49-F238E27FC236}">
                <a16:creationId xmlns:a16="http://schemas.microsoft.com/office/drawing/2014/main" id="{78FF7441-DD0D-4B40-BDB7-D1555940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383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自动化工作流</a:t>
            </a:r>
          </a:p>
        </p:txBody>
      </p:sp>
      <p:sp>
        <p:nvSpPr>
          <p:cNvPr id="25" name="arrow-app-agent">
            <a:extLst xmlns:a="http://schemas.openxmlformats.org/drawingml/2006/main">
              <a:ext uri="{FF2B5EF4-FFF2-40B4-BE49-F238E27FC236}">
                <a16:creationId xmlns:a16="http://schemas.microsoft.com/office/drawing/2014/main" id="{C48D0E3E-229F-4E6D-912E-F15DFF36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5745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58DB"/>
                </a:solidFill>
              </a:defRPr>
            </a:pPr>
            <a:r>
              <a:rPr sz="1650" b="1">
                <a:solidFill>
                  <a:srgbClr val="0A58DB"/>
                </a:solidFill>
              </a:rPr>
              <a:t>↓</a:t>
            </a:r>
          </a:p>
        </p:txBody>
      </p:sp>
      <p:sp>
        <p:nvSpPr>
          <p:cNvPr id="26" name="frame-Agent运行与认知编排层">
            <a:extLst xmlns:a="http://schemas.openxmlformats.org/drawingml/2006/main">
              <a:ext uri="{FF2B5EF4-FFF2-40B4-BE49-F238E27FC236}">
                <a16:creationId xmlns:a16="http://schemas.microsoft.com/office/drawing/2014/main" id="{C2F963F4-92F5-49F2-9327-ED9BB663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43200"/>
            <a:ext cx="12344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A"/>
          </a:solidFill>
          <a:ln xmlns:a="http://schemas.openxmlformats.org/drawingml/2006/main" w="19050">
            <a:solidFill>
              <a:srgbClr val="0A58DB"/>
            </a:solidFill>
            <a:prstDash val="solid"/>
          </a:ln>
        </p:spPr>
      </p:sp>
      <p:sp>
        <p:nvSpPr>
          <p:cNvPr id="27" name="title-Agent运行与认知编排层">
            <a:extLst xmlns:a="http://schemas.openxmlformats.org/drawingml/2006/main">
              <a:ext uri="{FF2B5EF4-FFF2-40B4-BE49-F238E27FC236}">
                <a16:creationId xmlns:a16="http://schemas.microsoft.com/office/drawing/2014/main" id="{52A2B81D-6CF1-43DC-89E7-E899D158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19400"/>
            <a:ext cx="1232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58DB"/>
                </a:solidFill>
              </a:defRPr>
            </a:pPr>
            <a:r>
              <a:rPr sz="1875" b="1">
                <a:solidFill>
                  <a:srgbClr val="0A58DB"/>
                </a:solidFill>
              </a:rPr>
              <a:t>Agent运行与认知编排层</a:t>
            </a:r>
          </a:p>
        </p:txBody>
      </p:sp>
      <p:sp>
        <p:nvSpPr>
          <p:cNvPr id="28" name="module-意图识别">
            <a:extLst xmlns:a="http://schemas.openxmlformats.org/drawingml/2006/main">
              <a:ext uri="{FF2B5EF4-FFF2-40B4-BE49-F238E27FC236}">
                <a16:creationId xmlns:a16="http://schemas.microsoft.com/office/drawing/2014/main" id="{C8EABD9B-CAB9-4D54-B745-BEB65302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813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29" name="module-意图识别-text">
            <a:extLst xmlns:a="http://schemas.openxmlformats.org/drawingml/2006/main">
              <a:ext uri="{FF2B5EF4-FFF2-40B4-BE49-F238E27FC236}">
                <a16:creationId xmlns:a16="http://schemas.microsoft.com/office/drawing/2014/main" id="{0E40B471-8D57-4B4B-BF98-45EB3C1E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385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意图识别</a:t>
            </a:r>
          </a:p>
        </p:txBody>
      </p:sp>
      <p:sp>
        <p:nvSpPr>
          <p:cNvPr id="30" name="module-任务规划">
            <a:extLst xmlns:a="http://schemas.openxmlformats.org/drawingml/2006/main">
              <a:ext uri="{FF2B5EF4-FFF2-40B4-BE49-F238E27FC236}">
                <a16:creationId xmlns:a16="http://schemas.microsoft.com/office/drawing/2014/main" id="{9EF51FE0-3C7B-45BB-9309-C0DC2523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31" name="module-任务规划-text">
            <a:extLst xmlns:a="http://schemas.openxmlformats.org/drawingml/2006/main">
              <a:ext uri="{FF2B5EF4-FFF2-40B4-BE49-F238E27FC236}">
                <a16:creationId xmlns:a16="http://schemas.microsoft.com/office/drawing/2014/main" id="{4FE82661-A640-4756-A8EE-398FCEB5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385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任务规划</a:t>
            </a:r>
          </a:p>
        </p:txBody>
      </p:sp>
      <p:sp>
        <p:nvSpPr>
          <p:cNvPr id="32" name="module-记忆管理">
            <a:extLst xmlns:a="http://schemas.openxmlformats.org/drawingml/2006/main">
              <a:ext uri="{FF2B5EF4-FFF2-40B4-BE49-F238E27FC236}">
                <a16:creationId xmlns:a16="http://schemas.microsoft.com/office/drawing/2014/main" id="{DE4E5DE3-A32E-4F33-96B8-7BF52D63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33" name="module-记忆管理-text">
            <a:extLst xmlns:a="http://schemas.openxmlformats.org/drawingml/2006/main">
              <a:ext uri="{FF2B5EF4-FFF2-40B4-BE49-F238E27FC236}">
                <a16:creationId xmlns:a16="http://schemas.microsoft.com/office/drawing/2014/main" id="{7ECE5E82-9332-4DE0-AD6B-DAFF82F2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记忆管理</a:t>
            </a:r>
          </a:p>
        </p:txBody>
      </p:sp>
      <p:sp>
        <p:nvSpPr>
          <p:cNvPr id="34" name="module-上下文管理">
            <a:extLst xmlns:a="http://schemas.openxmlformats.org/drawingml/2006/main">
              <a:ext uri="{FF2B5EF4-FFF2-40B4-BE49-F238E27FC236}">
                <a16:creationId xmlns:a16="http://schemas.microsoft.com/office/drawing/2014/main" id="{8C0D7D0D-F139-4B16-9995-870ADF8E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813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35" name="module-上下文管理-text">
            <a:extLst xmlns:a="http://schemas.openxmlformats.org/drawingml/2006/main">
              <a:ext uri="{FF2B5EF4-FFF2-40B4-BE49-F238E27FC236}">
                <a16:creationId xmlns:a16="http://schemas.microsoft.com/office/drawing/2014/main" id="{FF18289C-CD5B-4839-936D-4ED5F862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上下文管理</a:t>
            </a:r>
          </a:p>
        </p:txBody>
      </p:sp>
      <p:sp>
        <p:nvSpPr>
          <p:cNvPr id="36" name="module-工具路由">
            <a:extLst xmlns:a="http://schemas.openxmlformats.org/drawingml/2006/main">
              <a:ext uri="{FF2B5EF4-FFF2-40B4-BE49-F238E27FC236}">
                <a16:creationId xmlns:a16="http://schemas.microsoft.com/office/drawing/2014/main" id="{6897D177-0DEE-4FC8-AC94-6287FE9E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37" name="module-工具路由-text">
            <a:extLst xmlns:a="http://schemas.openxmlformats.org/drawingml/2006/main">
              <a:ext uri="{FF2B5EF4-FFF2-40B4-BE49-F238E27FC236}">
                <a16:creationId xmlns:a16="http://schemas.microsoft.com/office/drawing/2014/main" id="{1E527716-397D-48E5-99B1-9D4642A8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385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工具路由</a:t>
            </a:r>
          </a:p>
        </p:txBody>
      </p:sp>
      <p:sp>
        <p:nvSpPr>
          <p:cNvPr id="38" name="module-行动执行">
            <a:extLst xmlns:a="http://schemas.openxmlformats.org/drawingml/2006/main">
              <a:ext uri="{FF2B5EF4-FFF2-40B4-BE49-F238E27FC236}">
                <a16:creationId xmlns:a16="http://schemas.microsoft.com/office/drawing/2014/main" id="{26987818-5C1A-4D35-BB7F-20F20DD9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813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39" name="module-行动执行-text">
            <a:extLst xmlns:a="http://schemas.openxmlformats.org/drawingml/2006/main">
              <a:ext uri="{FF2B5EF4-FFF2-40B4-BE49-F238E27FC236}">
                <a16:creationId xmlns:a16="http://schemas.microsoft.com/office/drawing/2014/main" id="{A2557AE0-F18B-4658-BB22-56A9CE12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32385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行动执行</a:t>
            </a:r>
          </a:p>
        </p:txBody>
      </p:sp>
      <p:sp>
        <p:nvSpPr>
          <p:cNvPr id="40" name="module-结果校验">
            <a:extLst xmlns:a="http://schemas.openxmlformats.org/drawingml/2006/main">
              <a:ext uri="{FF2B5EF4-FFF2-40B4-BE49-F238E27FC236}">
                <a16:creationId xmlns:a16="http://schemas.microsoft.com/office/drawing/2014/main" id="{ED88B9C8-47AF-4BBB-9D2B-06532AB4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1813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41" name="module-结果校验-text">
            <a:extLst xmlns:a="http://schemas.openxmlformats.org/drawingml/2006/main">
              <a:ext uri="{FF2B5EF4-FFF2-40B4-BE49-F238E27FC236}">
                <a16:creationId xmlns:a16="http://schemas.microsoft.com/office/drawing/2014/main" id="{EFE538C2-893D-4CCA-BAA1-E7034EF5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32385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结果校验</a:t>
            </a:r>
          </a:p>
        </p:txBody>
      </p:sp>
      <p:sp>
        <p:nvSpPr>
          <p:cNvPr id="42" name="module-反馈学习">
            <a:extLst xmlns:a="http://schemas.openxmlformats.org/drawingml/2006/main">
              <a:ext uri="{FF2B5EF4-FFF2-40B4-BE49-F238E27FC236}">
                <a16:creationId xmlns:a16="http://schemas.microsoft.com/office/drawing/2014/main" id="{09387BA1-B6FE-4D20-9D4A-E6916A36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43" name="module-反馈学习-text">
            <a:extLst xmlns:a="http://schemas.openxmlformats.org/drawingml/2006/main">
              <a:ext uri="{FF2B5EF4-FFF2-40B4-BE49-F238E27FC236}">
                <a16:creationId xmlns:a16="http://schemas.microsoft.com/office/drawing/2014/main" id="{75D2CD3A-A95E-4086-A438-D55E5119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反馈学习</a:t>
            </a:r>
          </a:p>
        </p:txBody>
      </p:sp>
      <p:sp>
        <p:nvSpPr>
          <p:cNvPr id="44" name="arrow-its-up">
            <a:extLst xmlns:a="http://schemas.openxmlformats.org/drawingml/2006/main">
              <a:ext uri="{FF2B5EF4-FFF2-40B4-BE49-F238E27FC236}">
                <a16:creationId xmlns:a16="http://schemas.microsoft.com/office/drawing/2014/main" id="{D33C61DB-57F6-4E68-BC04-C14AEA56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5765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58DB"/>
                </a:solidFill>
              </a:defRPr>
            </a:pPr>
            <a:r>
              <a:rPr sz="1650" b="1">
                <a:solidFill>
                  <a:srgbClr val="0A58DB"/>
                </a:solidFill>
              </a:rPr>
              <a:t>↑</a:t>
            </a:r>
          </a:p>
        </p:txBody>
      </p:sp>
      <p:sp>
        <p:nvSpPr>
          <p:cNvPr id="45" name="arrow-dts-down">
            <a:extLst xmlns:a="http://schemas.openxmlformats.org/drawingml/2006/main">
              <a:ext uri="{FF2B5EF4-FFF2-40B4-BE49-F238E27FC236}">
                <a16:creationId xmlns:a16="http://schemas.microsoft.com/office/drawing/2014/main" id="{FBA23FC7-E716-47D6-BABF-8CEFAC11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05765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58DB"/>
                </a:solidFill>
              </a:defRPr>
            </a:pPr>
            <a:r>
              <a:rPr sz="1650" b="1">
                <a:solidFill>
                  <a:srgbClr val="0A58DB"/>
                </a:solidFill>
              </a:rPr>
              <a:t>↓</a:t>
            </a:r>
          </a:p>
        </p:txBody>
      </p:sp>
      <p:sp>
        <p:nvSpPr>
          <p:cNvPr id="46" name="frame-ITS 智能体开发治理平台">
            <a:extLst xmlns:a="http://schemas.openxmlformats.org/drawingml/2006/main">
              <a:ext uri="{FF2B5EF4-FFF2-40B4-BE49-F238E27FC236}">
                <a16:creationId xmlns:a16="http://schemas.microsoft.com/office/drawing/2014/main" id="{47DA8DA2-20AE-4627-B526-1E72A771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67200"/>
            <a:ext cx="60198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A"/>
          </a:solidFill>
          <a:ln xmlns:a="http://schemas.openxmlformats.org/drawingml/2006/main" w="19050">
            <a:solidFill>
              <a:srgbClr val="0A58DB"/>
            </a:solidFill>
            <a:prstDash val="solid"/>
          </a:ln>
        </p:spPr>
      </p:sp>
      <p:sp>
        <p:nvSpPr>
          <p:cNvPr id="47" name="title-ITS 智能体开发治理平台">
            <a:extLst xmlns:a="http://schemas.openxmlformats.org/drawingml/2006/main">
              <a:ext uri="{FF2B5EF4-FFF2-40B4-BE49-F238E27FC236}">
                <a16:creationId xmlns:a16="http://schemas.microsoft.com/office/drawing/2014/main" id="{DCA28B73-931B-4244-9082-8CED0249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62450"/>
            <a:ext cx="600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58DB"/>
                </a:solidFill>
              </a:defRPr>
            </a:pPr>
            <a:r>
              <a:rPr sz="1650" b="1">
                <a:solidFill>
                  <a:srgbClr val="0A58DB"/>
                </a:solidFill>
              </a:rPr>
              <a:t>ITS 智能体开发治理平台</a:t>
            </a:r>
          </a:p>
        </p:txBody>
      </p:sp>
      <p:sp>
        <p:nvSpPr>
          <p:cNvPr id="48" name="module-知识库管理">
            <a:extLst xmlns:a="http://schemas.openxmlformats.org/drawingml/2006/main">
              <a:ext uri="{FF2B5EF4-FFF2-40B4-BE49-F238E27FC236}">
                <a16:creationId xmlns:a16="http://schemas.microsoft.com/office/drawing/2014/main" id="{04E1DDF0-DDB6-466E-9438-91E6EDBE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244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49" name="module-知识库管理-text">
            <a:extLst xmlns:a="http://schemas.openxmlformats.org/drawingml/2006/main">
              <a:ext uri="{FF2B5EF4-FFF2-40B4-BE49-F238E27FC236}">
                <a16:creationId xmlns:a16="http://schemas.microsoft.com/office/drawing/2014/main" id="{75A16A92-D2D1-4492-9128-BED49531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8155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知识库管理</a:t>
            </a:r>
          </a:p>
        </p:txBody>
      </p:sp>
      <p:sp>
        <p:nvSpPr>
          <p:cNvPr id="50" name="module-智能体开发">
            <a:extLst xmlns:a="http://schemas.openxmlformats.org/drawingml/2006/main">
              <a:ext uri="{FF2B5EF4-FFF2-40B4-BE49-F238E27FC236}">
                <a16:creationId xmlns:a16="http://schemas.microsoft.com/office/drawing/2014/main" id="{F7F42ACC-6574-45C0-9EDC-8AF36905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244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51" name="module-智能体开发-text">
            <a:extLst xmlns:a="http://schemas.openxmlformats.org/drawingml/2006/main">
              <a:ext uri="{FF2B5EF4-FFF2-40B4-BE49-F238E27FC236}">
                <a16:creationId xmlns:a16="http://schemas.microsoft.com/office/drawing/2014/main" id="{82123C27-2676-46B4-AFFF-BEC51DA8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8155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智能体开发</a:t>
            </a:r>
          </a:p>
        </p:txBody>
      </p:sp>
      <p:sp>
        <p:nvSpPr>
          <p:cNvPr id="52" name="module-Prompt / Skill / 工具配置">
            <a:extLst xmlns:a="http://schemas.openxmlformats.org/drawingml/2006/main">
              <a:ext uri="{FF2B5EF4-FFF2-40B4-BE49-F238E27FC236}">
                <a16:creationId xmlns:a16="http://schemas.microsoft.com/office/drawing/2014/main" id="{B2973D33-C852-4E96-AB0B-8513D3CB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244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53" name="module-Prompt / Skill / 工具配置-text">
            <a:extLst xmlns:a="http://schemas.openxmlformats.org/drawingml/2006/main">
              <a:ext uri="{FF2B5EF4-FFF2-40B4-BE49-F238E27FC236}">
                <a16:creationId xmlns:a16="http://schemas.microsoft.com/office/drawing/2014/main" id="{D02EA614-1E6E-43D8-817E-87C3A8D3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8155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Prompt / Skill / 工具配置</a:t>
            </a:r>
          </a:p>
        </p:txBody>
      </p:sp>
      <p:sp>
        <p:nvSpPr>
          <p:cNvPr id="54" name="module-评测体系">
            <a:extLst xmlns:a="http://schemas.openxmlformats.org/drawingml/2006/main">
              <a:ext uri="{FF2B5EF4-FFF2-40B4-BE49-F238E27FC236}">
                <a16:creationId xmlns:a16="http://schemas.microsoft.com/office/drawing/2014/main" id="{31BF98C2-3FAE-466F-A01B-14D536E0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578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55" name="module-评测体系-text">
            <a:extLst xmlns:a="http://schemas.openxmlformats.org/drawingml/2006/main">
              <a:ext uri="{FF2B5EF4-FFF2-40B4-BE49-F238E27FC236}">
                <a16:creationId xmlns:a16="http://schemas.microsoft.com/office/drawing/2014/main" id="{09F08C6F-4A7A-4717-A536-A0D76C50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1495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评测体系</a:t>
            </a:r>
          </a:p>
        </p:txBody>
      </p:sp>
      <p:sp>
        <p:nvSpPr>
          <p:cNvPr id="56" name="module-安全审计">
            <a:extLst xmlns:a="http://schemas.openxmlformats.org/drawingml/2006/main">
              <a:ext uri="{FF2B5EF4-FFF2-40B4-BE49-F238E27FC236}">
                <a16:creationId xmlns:a16="http://schemas.microsoft.com/office/drawing/2014/main" id="{71D02C3B-721A-44E7-9B68-FC229CBF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257800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57" name="module-安全审计-text">
            <a:extLst xmlns:a="http://schemas.openxmlformats.org/drawingml/2006/main">
              <a:ext uri="{FF2B5EF4-FFF2-40B4-BE49-F238E27FC236}">
                <a16:creationId xmlns:a16="http://schemas.microsoft.com/office/drawing/2014/main" id="{A379D002-3FE7-4548-9454-41B4EEA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31495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安全审计</a:t>
            </a:r>
          </a:p>
        </p:txBody>
      </p:sp>
      <p:sp>
        <p:nvSpPr>
          <p:cNvPr id="58" name="module-发布 / 版本 / 运行观测">
            <a:extLst xmlns:a="http://schemas.openxmlformats.org/drawingml/2006/main">
              <a:ext uri="{FF2B5EF4-FFF2-40B4-BE49-F238E27FC236}">
                <a16:creationId xmlns:a16="http://schemas.microsoft.com/office/drawing/2014/main" id="{8A89B742-62B7-41C7-A1E2-0FF611E7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578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59" name="module-发布 / 版本 / 运行观测-text">
            <a:extLst xmlns:a="http://schemas.openxmlformats.org/drawingml/2006/main">
              <a:ext uri="{FF2B5EF4-FFF2-40B4-BE49-F238E27FC236}">
                <a16:creationId xmlns:a16="http://schemas.microsoft.com/office/drawing/2014/main" id="{18ACF8C0-34AB-4402-9228-97B8BBE2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14950"/>
            <a:ext cx="1943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发布 / 版本 / 运行观测</a:t>
            </a:r>
          </a:p>
        </p:txBody>
      </p:sp>
      <p:sp>
        <p:nvSpPr>
          <p:cNvPr id="60" name="frame-DTS 数字技术服务底座">
            <a:extLst xmlns:a="http://schemas.openxmlformats.org/drawingml/2006/main">
              <a:ext uri="{FF2B5EF4-FFF2-40B4-BE49-F238E27FC236}">
                <a16:creationId xmlns:a16="http://schemas.microsoft.com/office/drawing/2014/main" id="{24BF3F4B-C3AE-45ED-9903-21F7FA74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67200"/>
            <a:ext cx="60198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A"/>
          </a:solidFill>
          <a:ln xmlns:a="http://schemas.openxmlformats.org/drawingml/2006/main" w="19050">
            <a:solidFill>
              <a:srgbClr val="0A58DB"/>
            </a:solidFill>
            <a:prstDash val="solid"/>
          </a:ln>
        </p:spPr>
      </p:sp>
      <p:sp>
        <p:nvSpPr>
          <p:cNvPr id="61" name="title-DTS 数字技术服务底座">
            <a:extLst xmlns:a="http://schemas.openxmlformats.org/drawingml/2006/main">
              <a:ext uri="{FF2B5EF4-FFF2-40B4-BE49-F238E27FC236}">
                <a16:creationId xmlns:a16="http://schemas.microsoft.com/office/drawing/2014/main" id="{35636341-2944-4E9E-9F3D-ABBA5EBE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62450"/>
            <a:ext cx="600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58DB"/>
                </a:solidFill>
              </a:defRPr>
            </a:pPr>
            <a:r>
              <a:rPr sz="1650" b="1">
                <a:solidFill>
                  <a:srgbClr val="0A58DB"/>
                </a:solidFill>
              </a:rPr>
              <a:t>DTS 数字技术服务底座</a:t>
            </a:r>
          </a:p>
        </p:txBody>
      </p:sp>
      <p:sp>
        <p:nvSpPr>
          <p:cNvPr id="62" name="module-用户中心">
            <a:extLst xmlns:a="http://schemas.openxmlformats.org/drawingml/2006/main">
              <a:ext uri="{FF2B5EF4-FFF2-40B4-BE49-F238E27FC236}">
                <a16:creationId xmlns:a16="http://schemas.microsoft.com/office/drawing/2014/main" id="{F7D8FE17-C343-4BAB-B7BF-A7F1DC5F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7244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63" name="module-用户中心-text">
            <a:extLst xmlns:a="http://schemas.openxmlformats.org/drawingml/2006/main">
              <a:ext uri="{FF2B5EF4-FFF2-40B4-BE49-F238E27FC236}">
                <a16:creationId xmlns:a16="http://schemas.microsoft.com/office/drawing/2014/main" id="{DEEDCF98-3E44-4495-9E30-9F5BBC11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815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用户中心</a:t>
            </a:r>
          </a:p>
        </p:txBody>
      </p:sp>
      <p:sp>
        <p:nvSpPr>
          <p:cNvPr id="64" name="module-元数据中心">
            <a:extLst xmlns:a="http://schemas.openxmlformats.org/drawingml/2006/main">
              <a:ext uri="{FF2B5EF4-FFF2-40B4-BE49-F238E27FC236}">
                <a16:creationId xmlns:a16="http://schemas.microsoft.com/office/drawing/2014/main" id="{E65E070E-2408-4757-949B-968E554E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7244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65" name="module-元数据中心-text">
            <a:extLst xmlns:a="http://schemas.openxmlformats.org/drawingml/2006/main">
              <a:ext uri="{FF2B5EF4-FFF2-40B4-BE49-F238E27FC236}">
                <a16:creationId xmlns:a16="http://schemas.microsoft.com/office/drawing/2014/main" id="{DD183DBF-BC0B-427A-8187-5E1C94E3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7815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元数据中心</a:t>
            </a:r>
          </a:p>
        </p:txBody>
      </p:sp>
      <p:sp>
        <p:nvSpPr>
          <p:cNvPr id="66" name="module-模型网关">
            <a:extLst xmlns:a="http://schemas.openxmlformats.org/drawingml/2006/main">
              <a:ext uri="{FF2B5EF4-FFF2-40B4-BE49-F238E27FC236}">
                <a16:creationId xmlns:a16="http://schemas.microsoft.com/office/drawing/2014/main" id="{D97669F2-022D-46A4-A888-EF909B1E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7244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67" name="module-模型网关-text">
            <a:extLst xmlns:a="http://schemas.openxmlformats.org/drawingml/2006/main">
              <a:ext uri="{FF2B5EF4-FFF2-40B4-BE49-F238E27FC236}">
                <a16:creationId xmlns:a16="http://schemas.microsoft.com/office/drawing/2014/main" id="{7572B546-FC8A-498A-9757-7DBD5A19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7815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模型网关</a:t>
            </a:r>
          </a:p>
        </p:txBody>
      </p:sp>
      <p:sp>
        <p:nvSpPr>
          <p:cNvPr id="68" name="module-流程引擎">
            <a:extLst xmlns:a="http://schemas.openxmlformats.org/drawingml/2006/main">
              <a:ext uri="{FF2B5EF4-FFF2-40B4-BE49-F238E27FC236}">
                <a16:creationId xmlns:a16="http://schemas.microsoft.com/office/drawing/2014/main" id="{B9F919FC-C111-4106-89BA-8FF687A2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2578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69" name="module-流程引擎-text">
            <a:extLst xmlns:a="http://schemas.openxmlformats.org/drawingml/2006/main">
              <a:ext uri="{FF2B5EF4-FFF2-40B4-BE49-F238E27FC236}">
                <a16:creationId xmlns:a16="http://schemas.microsoft.com/office/drawing/2014/main" id="{8BDCD3BD-E429-46C1-ACF4-A41F18CE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3149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流程引擎</a:t>
            </a:r>
          </a:p>
        </p:txBody>
      </p:sp>
      <p:sp>
        <p:nvSpPr>
          <p:cNvPr id="70" name="module-API网关 / 连接器">
            <a:extLst xmlns:a="http://schemas.openxmlformats.org/drawingml/2006/main">
              <a:ext uri="{FF2B5EF4-FFF2-40B4-BE49-F238E27FC236}">
                <a16:creationId xmlns:a16="http://schemas.microsoft.com/office/drawing/2014/main" id="{5A66A58A-1538-497B-BE89-636526EC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25780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71" name="module-API网关 / 连接器-text">
            <a:extLst xmlns:a="http://schemas.openxmlformats.org/drawingml/2006/main">
              <a:ext uri="{FF2B5EF4-FFF2-40B4-BE49-F238E27FC236}">
                <a16:creationId xmlns:a16="http://schemas.microsoft.com/office/drawing/2014/main" id="{C0327F05-C47A-425B-8146-A430A58F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314950"/>
            <a:ext cx="1371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API网关 / 连接器</a:t>
            </a:r>
          </a:p>
        </p:txBody>
      </p:sp>
      <p:sp>
        <p:nvSpPr>
          <p:cNvPr id="72" name="module-日志 / 监控 / 权限">
            <a:extLst xmlns:a="http://schemas.openxmlformats.org/drawingml/2006/main">
              <a:ext uri="{FF2B5EF4-FFF2-40B4-BE49-F238E27FC236}">
                <a16:creationId xmlns:a16="http://schemas.microsoft.com/office/drawing/2014/main" id="{DE21934C-5A87-4618-A015-7BB54E35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2578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73" name="module-日志 / 监控 / 权限-text">
            <a:extLst xmlns:a="http://schemas.openxmlformats.org/drawingml/2006/main">
              <a:ext uri="{FF2B5EF4-FFF2-40B4-BE49-F238E27FC236}">
                <a16:creationId xmlns:a16="http://schemas.microsoft.com/office/drawing/2014/main" id="{BBC528AA-A2CF-432D-BD77-F03645DA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314950"/>
            <a:ext cx="1562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日志 / 监控 / 权限</a:t>
            </a:r>
          </a:p>
        </p:txBody>
      </p:sp>
      <p:sp>
        <p:nvSpPr>
          <p:cNvPr id="74" name="arrow-platform-knowledge">
            <a:extLst xmlns:a="http://schemas.openxmlformats.org/drawingml/2006/main">
              <a:ext uri="{FF2B5EF4-FFF2-40B4-BE49-F238E27FC236}">
                <a16:creationId xmlns:a16="http://schemas.microsoft.com/office/drawing/2014/main" id="{8043A614-F319-48D6-B836-855ADE04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13410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58DB"/>
                </a:solidFill>
              </a:defRPr>
            </a:pPr>
            <a:r>
              <a:rPr sz="1650" b="1">
                <a:solidFill>
                  <a:srgbClr val="0A58DB"/>
                </a:solidFill>
              </a:rPr>
              <a:t>↓</a:t>
            </a:r>
          </a:p>
        </p:txBody>
      </p:sp>
      <p:sp>
        <p:nvSpPr>
          <p:cNvPr id="75" name="frame-知识、语义与工具层">
            <a:extLst xmlns:a="http://schemas.openxmlformats.org/drawingml/2006/main">
              <a:ext uri="{FF2B5EF4-FFF2-40B4-BE49-F238E27FC236}">
                <a16:creationId xmlns:a16="http://schemas.microsoft.com/office/drawing/2014/main" id="{355491B3-18E0-437C-B5F2-A7C7C778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324600"/>
            <a:ext cx="12344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A"/>
          </a:solidFill>
          <a:ln xmlns:a="http://schemas.openxmlformats.org/drawingml/2006/main" w="19050">
            <a:solidFill>
              <a:srgbClr val="0A58DB"/>
            </a:solidFill>
            <a:prstDash val="solid"/>
          </a:ln>
        </p:spPr>
      </p:sp>
      <p:sp>
        <p:nvSpPr>
          <p:cNvPr id="76" name="title-知识、语义与工具层">
            <a:extLst xmlns:a="http://schemas.openxmlformats.org/drawingml/2006/main">
              <a:ext uri="{FF2B5EF4-FFF2-40B4-BE49-F238E27FC236}">
                <a16:creationId xmlns:a16="http://schemas.microsoft.com/office/drawing/2014/main" id="{94C2F0D6-1474-4FFF-830B-F9900FFC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38900"/>
            <a:ext cx="1232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58DB"/>
                </a:solidFill>
              </a:defRPr>
            </a:pPr>
            <a:r>
              <a:rPr sz="1875" b="1">
                <a:solidFill>
                  <a:srgbClr val="0A58DB"/>
                </a:solidFill>
              </a:rPr>
              <a:t>知识、语义与工具层</a:t>
            </a:r>
          </a:p>
        </p:txBody>
      </p:sp>
      <p:sp>
        <p:nvSpPr>
          <p:cNvPr id="77" name="module-AI Wiki / 企业知识库 / 向量库 / 知识图谱 / 动态本体">
            <a:extLst xmlns:a="http://schemas.openxmlformats.org/drawingml/2006/main">
              <a:ext uri="{FF2B5EF4-FFF2-40B4-BE49-F238E27FC236}">
                <a16:creationId xmlns:a16="http://schemas.microsoft.com/office/drawing/2014/main" id="{5282A73A-1FF3-4994-8CF2-40C24C41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800850"/>
            <a:ext cx="11258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78" name="module-AI Wiki / 企业知识库 / 向量库 / 知识图谱 / 动态本体-text">
            <a:extLst xmlns:a="http://schemas.openxmlformats.org/drawingml/2006/main">
              <a:ext uri="{FF2B5EF4-FFF2-40B4-BE49-F238E27FC236}">
                <a16:creationId xmlns:a16="http://schemas.microsoft.com/office/drawing/2014/main" id="{96A3BD62-F054-4347-8702-4331DABE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858000"/>
            <a:ext cx="11125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AI Wiki / 企业知识库 / 向量库 / 知识图谱 / 动态本体</a:t>
            </a:r>
          </a:p>
        </p:txBody>
      </p:sp>
      <p:sp>
        <p:nvSpPr>
          <p:cNvPr id="79" name="module-Skill / MCP工具 / API / RPA / 插件 / 业务系统连接器">
            <a:extLst xmlns:a="http://schemas.openxmlformats.org/drawingml/2006/main">
              <a:ext uri="{FF2B5EF4-FFF2-40B4-BE49-F238E27FC236}">
                <a16:creationId xmlns:a16="http://schemas.microsoft.com/office/drawing/2014/main" id="{7F5E06B3-8590-497B-A850-80779C07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181850"/>
            <a:ext cx="1125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80" name="module-Skill / MCP工具 / API / RPA / 插件 / 业务系统连接器-text">
            <a:extLst xmlns:a="http://schemas.openxmlformats.org/drawingml/2006/main">
              <a:ext uri="{FF2B5EF4-FFF2-40B4-BE49-F238E27FC236}">
                <a16:creationId xmlns:a16="http://schemas.microsoft.com/office/drawing/2014/main" id="{EB27B4BA-0820-4D76-BE21-39CBBB68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7239000"/>
            <a:ext cx="1112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Skill / MCP工具 / API / RPA / 插件 / 业务系统连接器</a:t>
            </a:r>
          </a:p>
        </p:txBody>
      </p:sp>
      <p:sp>
        <p:nvSpPr>
          <p:cNvPr id="81" name="arrow-knowledge-model">
            <a:extLst xmlns:a="http://schemas.openxmlformats.org/drawingml/2006/main">
              <a:ext uri="{FF2B5EF4-FFF2-40B4-BE49-F238E27FC236}">
                <a16:creationId xmlns:a16="http://schemas.microsoft.com/office/drawing/2014/main" id="{ABC42622-375B-45DB-A75F-2A9F7769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752475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58DB"/>
                </a:solidFill>
              </a:defRPr>
            </a:pPr>
            <a:r>
              <a:rPr sz="1650" b="1">
                <a:solidFill>
                  <a:srgbClr val="0A58DB"/>
                </a:solidFill>
              </a:rPr>
              <a:t>↓</a:t>
            </a:r>
          </a:p>
        </p:txBody>
      </p:sp>
      <p:sp>
        <p:nvSpPr>
          <p:cNvPr id="82" name="frame-模型与数据服务层">
            <a:extLst xmlns:a="http://schemas.openxmlformats.org/drawingml/2006/main">
              <a:ext uri="{FF2B5EF4-FFF2-40B4-BE49-F238E27FC236}">
                <a16:creationId xmlns:a16="http://schemas.microsoft.com/office/drawing/2014/main" id="{151F1C81-56A8-42DC-9DA2-D9A07577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7772400"/>
            <a:ext cx="12344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A"/>
          </a:solidFill>
          <a:ln xmlns:a="http://schemas.openxmlformats.org/drawingml/2006/main" w="19050">
            <a:solidFill>
              <a:srgbClr val="0A58DB"/>
            </a:solidFill>
            <a:prstDash val="solid"/>
          </a:ln>
        </p:spPr>
      </p:sp>
      <p:sp>
        <p:nvSpPr>
          <p:cNvPr id="83" name="title-模型与数据服务层">
            <a:extLst xmlns:a="http://schemas.openxmlformats.org/drawingml/2006/main">
              <a:ext uri="{FF2B5EF4-FFF2-40B4-BE49-F238E27FC236}">
                <a16:creationId xmlns:a16="http://schemas.microsoft.com/office/drawing/2014/main" id="{0B155B8A-EAA7-46C9-B32C-F9F3AA0B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7829550"/>
            <a:ext cx="1232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58DB"/>
                </a:solidFill>
              </a:defRPr>
            </a:pPr>
            <a:r>
              <a:rPr sz="1875" b="1">
                <a:solidFill>
                  <a:srgbClr val="0A58DB"/>
                </a:solidFill>
              </a:rPr>
              <a:t>模型与数据服务层</a:t>
            </a:r>
          </a:p>
        </p:txBody>
      </p:sp>
      <p:sp>
        <p:nvSpPr>
          <p:cNvPr id="84" name="module-MaaS / DaaS / Embedding / Reranker / 多模态 / ASR / TTS">
            <a:extLst xmlns:a="http://schemas.openxmlformats.org/drawingml/2006/main">
              <a:ext uri="{FF2B5EF4-FFF2-40B4-BE49-F238E27FC236}">
                <a16:creationId xmlns:a16="http://schemas.microsoft.com/office/drawing/2014/main" id="{52433C3B-9356-4ECD-84FC-006B4CFE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8105775"/>
            <a:ext cx="10839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85" name="module-MaaS / DaaS / Embedding / Reranker / 多模态 / ASR / TTS-text">
            <a:extLst xmlns:a="http://schemas.openxmlformats.org/drawingml/2006/main">
              <a:ext uri="{FF2B5EF4-FFF2-40B4-BE49-F238E27FC236}">
                <a16:creationId xmlns:a16="http://schemas.microsoft.com/office/drawing/2014/main" id="{5315459A-CCFA-4FEF-B7B6-1CE12812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153400"/>
            <a:ext cx="1070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MaaS / DaaS / Embedding / Reranker / 多模态 / ASR / TTS</a:t>
            </a:r>
          </a:p>
        </p:txBody>
      </p:sp>
      <p:sp>
        <p:nvSpPr>
          <p:cNvPr id="86" name="arrow-model-infra">
            <a:extLst xmlns:a="http://schemas.openxmlformats.org/drawingml/2006/main">
              <a:ext uri="{FF2B5EF4-FFF2-40B4-BE49-F238E27FC236}">
                <a16:creationId xmlns:a16="http://schemas.microsoft.com/office/drawing/2014/main" id="{7F7E777E-3BFA-41E5-981C-84F1493E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8477250"/>
            <a:ext cx="342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58DB"/>
                </a:solidFill>
              </a:defRPr>
            </a:pPr>
            <a:r>
              <a:rPr sz="1650" b="1">
                <a:solidFill>
                  <a:srgbClr val="0A58DB"/>
                </a:solidFill>
              </a:rPr>
              <a:t>↓</a:t>
            </a:r>
          </a:p>
        </p:txBody>
      </p:sp>
      <p:sp>
        <p:nvSpPr>
          <p:cNvPr id="87" name="frame-AI基础设施层">
            <a:extLst xmlns:a="http://schemas.openxmlformats.org/drawingml/2006/main">
              <a:ext uri="{FF2B5EF4-FFF2-40B4-BE49-F238E27FC236}">
                <a16:creationId xmlns:a16="http://schemas.microsoft.com/office/drawing/2014/main" id="{ED6F0D63-E261-4AF1-9A47-2F88164A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8686800"/>
            <a:ext cx="12344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A"/>
          </a:solidFill>
          <a:ln xmlns:a="http://schemas.openxmlformats.org/drawingml/2006/main" w="19050">
            <a:solidFill>
              <a:srgbClr val="0A58DB"/>
            </a:solidFill>
            <a:prstDash val="solid"/>
          </a:ln>
        </p:spPr>
      </p:sp>
      <p:sp>
        <p:nvSpPr>
          <p:cNvPr id="88" name="title-AI基础设施层">
            <a:extLst xmlns:a="http://schemas.openxmlformats.org/drawingml/2006/main">
              <a:ext uri="{FF2B5EF4-FFF2-40B4-BE49-F238E27FC236}">
                <a16:creationId xmlns:a16="http://schemas.microsoft.com/office/drawing/2014/main" id="{2BDB71B7-7AE8-4479-9DCA-2711FA4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8801100"/>
            <a:ext cx="1232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58DB"/>
                </a:solidFill>
              </a:defRPr>
            </a:pPr>
            <a:r>
              <a:rPr sz="1875" b="1">
                <a:solidFill>
                  <a:srgbClr val="0A58DB"/>
                </a:solidFill>
              </a:rPr>
              <a:t>AI基础设施层</a:t>
            </a:r>
          </a:p>
        </p:txBody>
      </p:sp>
      <p:sp>
        <p:nvSpPr>
          <p:cNvPr id="89" name="module-GPU / TPU / 存储 / 网络 / 推理服务 / 训练服务 / 云边端资源">
            <a:extLst xmlns:a="http://schemas.openxmlformats.org/drawingml/2006/main">
              <a:ext uri="{FF2B5EF4-FFF2-40B4-BE49-F238E27FC236}">
                <a16:creationId xmlns:a16="http://schemas.microsoft.com/office/drawing/2014/main" id="{FBD969EB-01A5-4974-AFB4-143E5D08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9077325"/>
            <a:ext cx="10839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90" name="module-GPU / TPU / 存储 / 网络 / 推理服务 / 训练服务 / 云边端资源-text">
            <a:extLst xmlns:a="http://schemas.openxmlformats.org/drawingml/2006/main">
              <a:ext uri="{FF2B5EF4-FFF2-40B4-BE49-F238E27FC236}">
                <a16:creationId xmlns:a16="http://schemas.microsoft.com/office/drawing/2014/main" id="{DE559FAD-D73A-4948-8796-612CA887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124950"/>
            <a:ext cx="1070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GPU / TPU / 存储 / 网络 / 推理服务 / 训练服务 / 云边端资源</a:t>
            </a:r>
          </a:p>
        </p:txBody>
      </p:sp>
      <p:sp>
        <p:nvSpPr>
          <p:cNvPr id="91" name="cross-governance-rail">
            <a:extLst xmlns:a="http://schemas.openxmlformats.org/drawingml/2006/main">
              <a:ext uri="{FF2B5EF4-FFF2-40B4-BE49-F238E27FC236}">
                <a16:creationId xmlns:a16="http://schemas.microsoft.com/office/drawing/2014/main" id="{AE671959-2123-4491-BE27-45FA6982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67200"/>
            <a:ext cx="685800" cy="518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92" name="cross-governance-rail-text">
            <a:extLst xmlns:a="http://schemas.openxmlformats.org/drawingml/2006/main">
              <a:ext uri="{FF2B5EF4-FFF2-40B4-BE49-F238E27FC236}">
                <a16:creationId xmlns:a16="http://schemas.microsoft.com/office/drawing/2014/main" id="{AB4B6DD8-A616-48F4-B62F-9BAC5565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00750"/>
            <a:ext cx="3429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横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切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治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理</a:t>
            </a:r>
          </a:p>
        </p:txBody>
      </p:sp>
      <p:sp>
        <p:nvSpPr>
          <p:cNvPr id="93" name="governance-list-rail">
            <a:extLst xmlns:a="http://schemas.openxmlformats.org/drawingml/2006/main">
              <a:ext uri="{FF2B5EF4-FFF2-40B4-BE49-F238E27FC236}">
                <a16:creationId xmlns:a16="http://schemas.microsoft.com/office/drawing/2014/main" id="{117E3A99-518A-42FC-BCD5-FB49D93E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4267200"/>
            <a:ext cx="1676400" cy="518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A"/>
          </a:solidFill>
          <a:ln xmlns:a="http://schemas.openxmlformats.org/drawingml/2006/main" w="19050">
            <a:solidFill>
              <a:srgbClr val="0A58DB"/>
            </a:solidFill>
            <a:prstDash val="solid"/>
          </a:ln>
        </p:spPr>
      </p:sp>
      <p:sp>
        <p:nvSpPr>
          <p:cNvPr id="94" name="module-安全保障">
            <a:extLst xmlns:a="http://schemas.openxmlformats.org/drawingml/2006/main">
              <a:ext uri="{FF2B5EF4-FFF2-40B4-BE49-F238E27FC236}">
                <a16:creationId xmlns:a16="http://schemas.microsoft.com/office/drawing/2014/main" id="{92418AF4-6D92-46D3-A4A3-BB898463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45529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95" name="module-安全保障-text">
            <a:extLst xmlns:a="http://schemas.openxmlformats.org/drawingml/2006/main">
              <a:ext uri="{FF2B5EF4-FFF2-40B4-BE49-F238E27FC236}">
                <a16:creationId xmlns:a16="http://schemas.microsoft.com/office/drawing/2014/main" id="{A464DBAB-4C98-41F6-A358-1179FC88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0" y="4610100"/>
            <a:ext cx="118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安全保障</a:t>
            </a:r>
          </a:p>
        </p:txBody>
      </p:sp>
      <p:sp>
        <p:nvSpPr>
          <p:cNvPr id="96" name="module-身份权限">
            <a:extLst xmlns:a="http://schemas.openxmlformats.org/drawingml/2006/main">
              <a:ext uri="{FF2B5EF4-FFF2-40B4-BE49-F238E27FC236}">
                <a16:creationId xmlns:a16="http://schemas.microsoft.com/office/drawing/2014/main" id="{0437E717-EC40-4A61-A099-44C58E8C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0292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97" name="module-身份权限-text">
            <a:extLst xmlns:a="http://schemas.openxmlformats.org/drawingml/2006/main">
              <a:ext uri="{FF2B5EF4-FFF2-40B4-BE49-F238E27FC236}">
                <a16:creationId xmlns:a16="http://schemas.microsoft.com/office/drawing/2014/main" id="{D91890A7-C720-4258-89EE-2B9057C5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0" y="5086350"/>
            <a:ext cx="118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身份权限</a:t>
            </a:r>
          </a:p>
        </p:txBody>
      </p:sp>
      <p:sp>
        <p:nvSpPr>
          <p:cNvPr id="98" name="module-标准规范">
            <a:extLst xmlns:a="http://schemas.openxmlformats.org/drawingml/2006/main">
              <a:ext uri="{FF2B5EF4-FFF2-40B4-BE49-F238E27FC236}">
                <a16:creationId xmlns:a16="http://schemas.microsoft.com/office/drawing/2014/main" id="{5E20C7CD-A2E7-4768-B8F9-51E0B6E0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054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99" name="module-标准规范-text">
            <a:extLst xmlns:a="http://schemas.openxmlformats.org/drawingml/2006/main">
              <a:ext uri="{FF2B5EF4-FFF2-40B4-BE49-F238E27FC236}">
                <a16:creationId xmlns:a16="http://schemas.microsoft.com/office/drawing/2014/main" id="{CE9DB4B2-F44F-42A5-B692-11418CD9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0" y="5562600"/>
            <a:ext cx="118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标准规范</a:t>
            </a:r>
          </a:p>
        </p:txBody>
      </p:sp>
      <p:sp>
        <p:nvSpPr>
          <p:cNvPr id="100" name="module-审计追责">
            <a:extLst xmlns:a="http://schemas.openxmlformats.org/drawingml/2006/main">
              <a:ext uri="{FF2B5EF4-FFF2-40B4-BE49-F238E27FC236}">
                <a16:creationId xmlns:a16="http://schemas.microsoft.com/office/drawing/2014/main" id="{454498E4-54D4-4164-AFE6-03126E74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9817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101" name="module-审计追责-text">
            <a:extLst xmlns:a="http://schemas.openxmlformats.org/drawingml/2006/main">
              <a:ext uri="{FF2B5EF4-FFF2-40B4-BE49-F238E27FC236}">
                <a16:creationId xmlns:a16="http://schemas.microsoft.com/office/drawing/2014/main" id="{2D0C4C5B-02BA-4B2B-93A0-73CEAFF4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0" y="6038850"/>
            <a:ext cx="118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审计追责</a:t>
            </a:r>
          </a:p>
        </p:txBody>
      </p:sp>
      <p:sp>
        <p:nvSpPr>
          <p:cNvPr id="102" name="module-生态合作">
            <a:extLst xmlns:a="http://schemas.openxmlformats.org/drawingml/2006/main">
              <a:ext uri="{FF2B5EF4-FFF2-40B4-BE49-F238E27FC236}">
                <a16:creationId xmlns:a16="http://schemas.microsoft.com/office/drawing/2014/main" id="{01E43380-D786-465A-ACF8-B5017FAD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64579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103" name="module-生态合作-text">
            <a:extLst xmlns:a="http://schemas.openxmlformats.org/drawingml/2006/main">
              <a:ext uri="{FF2B5EF4-FFF2-40B4-BE49-F238E27FC236}">
                <a16:creationId xmlns:a16="http://schemas.microsoft.com/office/drawing/2014/main" id="{240FF38F-E2CB-4652-8902-90EB937B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0" y="6515100"/>
            <a:ext cx="118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生态合作</a:t>
            </a:r>
          </a:p>
        </p:txBody>
      </p:sp>
      <p:sp>
        <p:nvSpPr>
          <p:cNvPr id="104" name="module-成本治理">
            <a:extLst xmlns:a="http://schemas.openxmlformats.org/drawingml/2006/main">
              <a:ext uri="{FF2B5EF4-FFF2-40B4-BE49-F238E27FC236}">
                <a16:creationId xmlns:a16="http://schemas.microsoft.com/office/drawing/2014/main" id="{F6BE97C6-F37D-444F-905A-9A07AB66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69342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78CF"/>
          </a:solidFill>
          <a:ln xmlns:a="http://schemas.openxmlformats.org/drawingml/2006/main" w="19050">
            <a:solidFill>
              <a:srgbClr val="174FA8"/>
            </a:solidFill>
            <a:prstDash val="solid"/>
          </a:ln>
        </p:spPr>
      </p:sp>
      <p:sp>
        <p:nvSpPr>
          <p:cNvPr id="105" name="module-成本治理-text">
            <a:extLst xmlns:a="http://schemas.openxmlformats.org/drawingml/2006/main">
              <a:ext uri="{FF2B5EF4-FFF2-40B4-BE49-F238E27FC236}">
                <a16:creationId xmlns:a16="http://schemas.microsoft.com/office/drawing/2014/main" id="{215A4064-C10B-4C62-A019-1BF1F9CB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3900" y="6991350"/>
            <a:ext cx="118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成本治理</a:t>
            </a:r>
          </a:p>
        </p:txBody>
      </p:sp>
      <p:sp>
        <p:nvSpPr>
          <p:cNvPr id="106" name="cross-governance-line">
            <a:extLst xmlns:a="http://schemas.openxmlformats.org/drawingml/2006/main">
              <a:ext uri="{FF2B5EF4-FFF2-40B4-BE49-F238E27FC236}">
                <a16:creationId xmlns:a16="http://schemas.microsoft.com/office/drawing/2014/main" id="{466FA449-1BB6-4AFD-97CC-50EEC4D9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9696450"/>
            <a:ext cx="12325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58DB"/>
                </a:solidFill>
              </a:defRPr>
            </a:pPr>
            <a:r>
              <a:rPr sz="1350" b="1">
                <a:solidFill>
                  <a:srgbClr val="0A58DB"/>
                </a:solidFill>
              </a:rPr>
              <a:t>横切治理：安全保障 / 身份权限 / 标准规范 / 审计追责 / 生态合作 / 成本治理。</a:t>
            </a:r>
          </a:p>
        </p:txBody>
      </p:sp>
    </p:spTree>
    <p:extLst>
      <p:ext uri="{BB962C8B-B14F-4D97-AF65-F5344CB8AC3E}">
        <p14:creationId xmlns:p14="http://schemas.microsoft.com/office/powerpoint/2010/main" val="552684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2026-05-03T12:35:06.4110000Z</dcterms:created>
  <dcterms:modified xsi:type="dcterms:W3CDTF">2026-05-03T12:35:06.4110000Z</dcterms:modified>
</coreProperties>
</file>