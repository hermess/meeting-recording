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f4cec63ed245be" /><Relationship Type="http://schemas.openxmlformats.org/officeDocument/2006/relationships/extended-properties" Target="/docProps/app.xml" Id="Re8b706cb17b74a4b" /><Relationship Type="http://schemas.openxmlformats.org/officeDocument/2006/relationships/officeDocument" Target="/ppt/presentation.xml" Id="R3c21a91ec01f49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968deb33a447b9"/>
  </p:sldMasterIdLst>
  <p:notesMasterIdLst>
    <p:notesMasterId xmlns:r="http://schemas.openxmlformats.org/officeDocument/2006/relationships" r:id="R110aefd500074367"/>
  </p:notesMasterIdLst>
  <p:sldIdLst>
    <p:sldId xmlns:r="http://schemas.openxmlformats.org/officeDocument/2006/relationships" id="256" r:id="Rd9ec9540bfd94e11"/>
  </p:sldIdLst>
  <p:sldSz cx="3810000" cy="2857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968deb33a447b9" /><Relationship Type="http://schemas.openxmlformats.org/officeDocument/2006/relationships/theme" Target="/ppt/theme/theme1.xml" Id="R7283455dbf9a4645" /><Relationship Type="http://schemas.openxmlformats.org/officeDocument/2006/relationships/notesMaster" Target="/ppt/notesMasters/notesMaster1.xml" Id="R110aefd500074367" /><Relationship Type="http://schemas.openxmlformats.org/officeDocument/2006/relationships/presProps" Target="/ppt/presProps.xml" Id="R114beeb3f3a747ee" /><Relationship Type="http://schemas.openxmlformats.org/officeDocument/2006/relationships/viewProps" Target="/ppt/viewProps.xml" Id="R062c0a3dad644c8d" /><Relationship Type="http://schemas.openxmlformats.org/officeDocument/2006/relationships/tableStyles" Target="/ppt/tableStyles.xml" Id="Ra756c96da2574fdd" /><Relationship Type="http://schemas.openxmlformats.org/officeDocument/2006/relationships/slide" Target="/ppt/slides/slide1.xml" Id="Rd9ec9540bfd94e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051639602274a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42410380394317" /><Relationship Type="http://schemas.openxmlformats.org/officeDocument/2006/relationships/notesMaster" Target="/ppt/notesMasters/notesMaster1.xml" Id="Re33c4d13c1404f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4c5a5364bc4a0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faa92507f434fef" /><Relationship Type="http://schemas.openxmlformats.org/officeDocument/2006/relationships/slideLayout" Target="/ppt/slideLayouts/slideLayout2.xml" Id="R8a054adbc6f843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054adbc6f843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1335b8508f4347" /><Relationship Type="http://schemas.openxmlformats.org/officeDocument/2006/relationships/notesSlide" Target="/ppt/notesSlides/notesSlide1.xml" Id="Ra8e8e8609a81438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8E631526-0C66-4235-8554-B61D20F4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95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" name="txt">
            <a:extLst xmlns:a="http://schemas.openxmlformats.org/drawingml/2006/main">
              <a:ext uri="{FF2B5EF4-FFF2-40B4-BE49-F238E27FC236}">
                <a16:creationId xmlns:a16="http://schemas.microsoft.com/office/drawing/2014/main" id="{15159A10-E6FA-4B45-92F8-EDC48570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95250"/>
            <a:ext cx="952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346203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2026-05-03T12:12:22.3540000Z</dcterms:created>
  <dcterms:modified xsi:type="dcterms:W3CDTF">2026-05-03T12:12:22.3540000Z</dcterms:modified>
</coreProperties>
</file>